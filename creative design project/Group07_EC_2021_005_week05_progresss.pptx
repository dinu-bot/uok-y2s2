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F5F0A-83FA-4939-9C36-261531D740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C475B-E1B8-499F-BE5A-D8BABD02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7C76-3C65-460B-9DDA-E971B9172E03}" type="datetime1">
              <a:rPr lang="en-US" smtClean="0"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3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960F3-2CD2-43C8-B616-9349DBA5928F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1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78DC-A5AC-4692-B84E-D8E31B6E8459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11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E0B21-DAA4-4D94-AF5E-016EEA6CEB6A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1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3D368-8DED-426E-972A-B64ED50D08B9}" type="datetime1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21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3AF-F0B8-4A04-8829-EEADC6E29CA2}" type="datetime1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2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E01B-4D9C-4A8B-9E8C-695E69DDCA99}" type="datetime1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1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550B-26EA-46F5-9CEF-6DC18887794D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6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FFE7-BF83-4216-810A-6C77FB847BD1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68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7489-61F6-4890-A721-7B16CE313F8F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74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746F-EF14-4DBA-ADDE-2A13003F2AC2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92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DB17-2042-4D44-858F-86EEFB0D7FD0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1807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B495-07C1-437E-8950-6B8558E66980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56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ED0E-0AD0-4487-8991-8A8E48D22C9F}" type="datetime1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30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EF22-4ECC-4C6A-970E-1226B3157B76}" type="datetime1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85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BDFB-DC32-48AA-BE9F-DF7A7F584BEA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44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57336-94A0-4BB7-A1EA-A04302861A3C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43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2839-61FE-40D1-B25D-476FC221035D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07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C717630-3030-4C05-A014-BC3F54599F39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Thamara G.P.D            EC/2021/005                        BECS 22811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4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white background with hexagons">
            <a:extLst>
              <a:ext uri="{FF2B5EF4-FFF2-40B4-BE49-F238E27FC236}">
                <a16:creationId xmlns:a16="http://schemas.microsoft.com/office/drawing/2014/main" id="{51E1274E-F287-5BFE-D788-2C6F4A782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08B17AF-6E58-077B-BC77-FB2D815C9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732" y="1615901"/>
            <a:ext cx="3149722" cy="4096513"/>
          </a:xfrm>
          <a:prstGeom prst="rect">
            <a:avLst/>
          </a:prstGeom>
        </p:spPr>
      </p:pic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0088E2C-90FA-B41E-33B1-430486CC8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23" y="184740"/>
            <a:ext cx="3506005" cy="411480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55A1C07-3A11-1419-1B51-8BF97EE1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2605" y="6248400"/>
            <a:ext cx="11248461" cy="365125"/>
          </a:xfrm>
        </p:spPr>
        <p:txBody>
          <a:bodyPr/>
          <a:lstStyle/>
          <a:p>
            <a:r>
              <a:rPr lang="en-US" sz="2400" dirty="0">
                <a:latin typeface="Aptos" panose="020B0004020202020204" pitchFamily="34" charset="0"/>
              </a:rPr>
              <a:t>Thamara G.P.D                  				EC/2021/005                                                 BECS 22811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8675EC5-E9EB-6608-0822-D8FB20BB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572533-7A4A-0CE0-A894-F4EE36B40ECB}"/>
              </a:ext>
            </a:extLst>
          </p:cNvPr>
          <p:cNvSpPr txBox="1"/>
          <p:nvPr/>
        </p:nvSpPr>
        <p:spPr>
          <a:xfrm>
            <a:off x="118872" y="184740"/>
            <a:ext cx="48781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ptos Display" panose="020B0004020202020204" pitchFamily="34" charset="0"/>
              </a:rPr>
              <a:t>Voltiva</a:t>
            </a:r>
            <a:endParaRPr lang="en-US" b="1" dirty="0">
              <a:latin typeface="Aptos Display" panose="020B0004020202020204" pitchFamily="34" charset="0"/>
            </a:endParaRPr>
          </a:p>
          <a:p>
            <a:pPr algn="just"/>
            <a:r>
              <a:rPr lang="en-US" dirty="0" err="1">
                <a:latin typeface="Aptos Display" panose="020B0004020202020204" pitchFamily="34" charset="0"/>
              </a:rPr>
              <a:t>Voltiva</a:t>
            </a:r>
            <a:r>
              <a:rPr lang="en-US" dirty="0">
                <a:latin typeface="Aptos Display" panose="020B0004020202020204" pitchFamily="34" charset="0"/>
              </a:rPr>
              <a:t> is an innovative smart plug solution designed to offer users convenient control and monitoring of their electronic devices. Equipped with real-time energy monitoring, remote access, and automation features, </a:t>
            </a:r>
            <a:r>
              <a:rPr lang="en-US" dirty="0" err="1">
                <a:latin typeface="Aptos Display" panose="020B0004020202020204" pitchFamily="34" charset="0"/>
              </a:rPr>
              <a:t>Voltiva</a:t>
            </a:r>
            <a:r>
              <a:rPr lang="en-US" dirty="0">
                <a:latin typeface="Aptos Display" panose="020B0004020202020204" pitchFamily="34" charset="0"/>
              </a:rPr>
              <a:t> enables energy-saving, safety, and convenience from any mobile or web interface. Seamlessly integrating with the home ecosystem, </a:t>
            </a:r>
            <a:r>
              <a:rPr lang="en-US" dirty="0" err="1">
                <a:latin typeface="Aptos Display" panose="020B0004020202020204" pitchFamily="34" charset="0"/>
              </a:rPr>
              <a:t>Voltiva</a:t>
            </a:r>
            <a:r>
              <a:rPr lang="en-US" dirty="0">
                <a:latin typeface="Aptos Display" panose="020B0004020202020204" pitchFamily="34" charset="0"/>
              </a:rPr>
              <a:t> brings a modern touch to managing power consumption effortlessly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D7AEC-9296-EC70-50BA-9F64F528E8F9}"/>
              </a:ext>
            </a:extLst>
          </p:cNvPr>
          <p:cNvSpPr txBox="1"/>
          <p:nvPr/>
        </p:nvSpPr>
        <p:spPr>
          <a:xfrm>
            <a:off x="118872" y="3231802"/>
            <a:ext cx="49651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Technologies Used</a:t>
            </a:r>
            <a:endParaRPr lang="en-US" dirty="0">
              <a:latin typeface="Aptos Display" panose="020B00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React</a:t>
            </a:r>
            <a:r>
              <a:rPr lang="en-US" dirty="0">
                <a:latin typeface="Aptos Display" panose="020B0004020202020204" pitchFamily="34" charset="0"/>
              </a:rPr>
              <a:t>: A JavaScript library for building interactive, responsive user interfaces. React enables fast rendering and seamless user experiences across web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Node.js</a:t>
            </a:r>
            <a:r>
              <a:rPr lang="en-US" dirty="0">
                <a:latin typeface="Aptos Display" panose="020B0004020202020204" pitchFamily="34" charset="0"/>
              </a:rPr>
              <a:t>: A JavaScript runtime for building scalable, server-side applications. Node.js handles backend processing efficiently, enabling smooth data flow between the front end and database.</a:t>
            </a:r>
          </a:p>
        </p:txBody>
      </p:sp>
    </p:spTree>
    <p:extLst>
      <p:ext uri="{BB962C8B-B14F-4D97-AF65-F5344CB8AC3E}">
        <p14:creationId xmlns:p14="http://schemas.microsoft.com/office/powerpoint/2010/main" val="148100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hexagons&#10;&#10;Description automatically generated">
            <a:extLst>
              <a:ext uri="{FF2B5EF4-FFF2-40B4-BE49-F238E27FC236}">
                <a16:creationId xmlns:a16="http://schemas.microsoft.com/office/drawing/2014/main" id="{8A9E4B6D-345F-C136-AA3C-C80AD719E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E7C77C0-6940-CE08-D80C-35663919A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406" y="1048543"/>
            <a:ext cx="9850165" cy="4760913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A8FCA-3537-963B-875F-FB7604531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8638" y="6370637"/>
            <a:ext cx="11046578" cy="365125"/>
          </a:xfrm>
        </p:spPr>
        <p:txBody>
          <a:bodyPr/>
          <a:lstStyle/>
          <a:p>
            <a:r>
              <a:rPr lang="en-US" sz="2000" dirty="0">
                <a:latin typeface="Aptos Display" panose="020B0004020202020204" pitchFamily="34" charset="0"/>
              </a:rPr>
              <a:t>Thamara G.P.D            						EC/2021/005                    					    BECS 22811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33CC-E399-BBD7-8F41-038BD9FD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99354D-67E9-2E93-0244-13FB536826F3}"/>
              </a:ext>
            </a:extLst>
          </p:cNvPr>
          <p:cNvSpPr txBox="1"/>
          <p:nvPr/>
        </p:nvSpPr>
        <p:spPr>
          <a:xfrm>
            <a:off x="1093406" y="341360"/>
            <a:ext cx="7077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ptos Display" panose="020B0004020202020204" pitchFamily="34" charset="0"/>
              </a:rPr>
              <a:t>Preview</a:t>
            </a:r>
          </a:p>
        </p:txBody>
      </p:sp>
    </p:spTree>
    <p:extLst>
      <p:ext uri="{BB962C8B-B14F-4D97-AF65-F5344CB8AC3E}">
        <p14:creationId xmlns:p14="http://schemas.microsoft.com/office/powerpoint/2010/main" val="115182699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208</TotalTime>
  <Words>167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Tw Cen MT</vt:lpstr>
      <vt:lpstr>Droplet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THAMARA G P D it22345332</dc:creator>
  <cp:lastModifiedBy>THAMARA G P D it22345332</cp:lastModifiedBy>
  <cp:revision>3</cp:revision>
  <dcterms:created xsi:type="dcterms:W3CDTF">2024-11-19T13:56:46Z</dcterms:created>
  <dcterms:modified xsi:type="dcterms:W3CDTF">2024-11-19T17:29:54Z</dcterms:modified>
</cp:coreProperties>
</file>