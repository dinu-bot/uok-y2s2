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0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4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2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8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9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3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34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4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1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44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7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00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66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47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09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0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5F4DFF-0202-4C6A-9C53-E0203F8DED01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4486DA-39A2-4C2E-B965-DCB133A75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8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ar charging at a charging station&#10;&#10;Description automatically generated">
            <a:extLst>
              <a:ext uri="{FF2B5EF4-FFF2-40B4-BE49-F238E27FC236}">
                <a16:creationId xmlns:a16="http://schemas.microsoft.com/office/drawing/2014/main" id="{A2E552D5-A21A-BB45-0522-1170F317E6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3787" y="109476"/>
            <a:ext cx="8127999" cy="457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B38A924-C862-190C-C6DF-4FD6B2BEB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4141" y="4864484"/>
            <a:ext cx="6987645" cy="179167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High-Side Current Sensor Using a Shunt Resistor for Electric Vehicle Battery Monitoring Systems</a:t>
            </a:r>
          </a:p>
          <a:p>
            <a:r>
              <a:rPr lang="en-US" dirty="0">
                <a:latin typeface="Aptos Display" panose="020B0004020202020204" pitchFamily="34" charset="0"/>
              </a:rPr>
              <a:t>Dinujaya Thamara -EC/2021/005</a:t>
            </a:r>
          </a:p>
          <a:p>
            <a:r>
              <a:rPr lang="en-US" dirty="0">
                <a:latin typeface="Aptos Display" panose="020B0004020202020204" pitchFamily="34" charset="0"/>
              </a:rPr>
              <a:t>BECS 22451</a:t>
            </a:r>
          </a:p>
        </p:txBody>
      </p:sp>
    </p:spTree>
    <p:extLst>
      <p:ext uri="{BB962C8B-B14F-4D97-AF65-F5344CB8AC3E}">
        <p14:creationId xmlns:p14="http://schemas.microsoft.com/office/powerpoint/2010/main" val="246902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7BEE-BE10-3759-97B1-55FCAA87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40147"/>
            <a:ext cx="10018713" cy="1752599"/>
          </a:xfrm>
        </p:spPr>
        <p:txBody>
          <a:bodyPr/>
          <a:lstStyle/>
          <a:p>
            <a:r>
              <a:rPr lang="en-US" sz="4000" dirty="0">
                <a:latin typeface="Aptos ExtraBold" panose="020B0004020202020204" pitchFamily="34" charset="0"/>
              </a:rPr>
              <a:t>How It Works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5CDEBD-532C-D0C7-3DE0-2601C84A5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92746"/>
            <a:ext cx="10018712" cy="3124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>
                <a:latin typeface="Aptos Display" panose="020B0004020202020204" pitchFamily="34" charset="0"/>
              </a:rPr>
              <a:t>CORE CONCEPT</a:t>
            </a:r>
          </a:p>
          <a:p>
            <a:pPr algn="just">
              <a:lnSpc>
                <a:spcPct val="120000"/>
              </a:lnSpc>
              <a:buClr>
                <a:schemeClr val="tx1"/>
              </a:buClr>
            </a:pPr>
            <a:r>
              <a:rPr lang="en-US" dirty="0">
                <a:latin typeface="Aptos Display" panose="020B0004020202020204" pitchFamily="34" charset="0"/>
              </a:rPr>
              <a:t>A high-side current sensor is placed on the positive terminal of the battery. It uses a shunt resistor to measure the voltage drop caused by the current flowing through it. This voltage drop is proportional to the current, allowing us to monitor the battery's performance.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latin typeface="Aptos Display" panose="020B0004020202020204" pitchFamily="34" charset="0"/>
              </a:rPr>
              <a:t>Key Features</a:t>
            </a:r>
          </a:p>
          <a:p>
            <a:pPr>
              <a:lnSpc>
                <a:spcPct val="120000"/>
              </a:lnSpc>
              <a:buClr>
                <a:schemeClr val="tx1"/>
              </a:buClr>
            </a:pPr>
            <a:r>
              <a:rPr lang="en-US" dirty="0">
                <a:latin typeface="Aptos Display" panose="020B0004020202020204" pitchFamily="34" charset="0"/>
              </a:rPr>
              <a:t>Monitors charging and discharging currents.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Ensures safety by detecting overcurrent conditions.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Provides real-time data for BMS.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 diagram of a computer chip&#10;&#10;Description automatically generated">
            <a:extLst>
              <a:ext uri="{FF2B5EF4-FFF2-40B4-BE49-F238E27FC236}">
                <a16:creationId xmlns:a16="http://schemas.microsoft.com/office/drawing/2014/main" id="{825469E4-8629-0FDF-B81C-CB84FC0AF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955" y="3554846"/>
            <a:ext cx="5153025" cy="25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7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FF0F-99E5-1009-CEAE-0CF87E65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202" y="581891"/>
            <a:ext cx="10018713" cy="738908"/>
          </a:xfrm>
        </p:spPr>
        <p:txBody>
          <a:bodyPr/>
          <a:lstStyle/>
          <a:p>
            <a:r>
              <a:rPr lang="en-US" dirty="0">
                <a:latin typeface="Aptos ExtraBold" panose="020B0004020202020204" pitchFamily="34" charset="0"/>
              </a:rPr>
              <a:t>Real-World</a:t>
            </a:r>
            <a:r>
              <a:rPr lang="en-US" dirty="0"/>
              <a:t> </a:t>
            </a:r>
            <a:r>
              <a:rPr lang="en-US" dirty="0">
                <a:latin typeface="Aptos ExtraBold" panose="020B0004020202020204" pitchFamily="34" charset="0"/>
              </a:rPr>
              <a:t>Application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4BAEF1-3814-FB0E-6A99-2526BCE983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9625" y="1486009"/>
            <a:ext cx="10163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Application in EVs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In electric vehicles, high-side current sensors ensure the battery operates within safe limits. They help optimize energy usage, extend battery life, and prevent hazardous situations like overheating or short circuits.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Advantages of high-side placement</a:t>
            </a:r>
            <a:endParaRPr lang="en-US" altLang="en-US" b="1" cap="none" dirty="0"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 Measures both load and charging currents.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 Protects sensitive circuits by avoiding a direct ground 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ptos Display" panose="020B0004020202020204" pitchFamily="34" charset="0"/>
              </a:rPr>
              <a:t> Ensures system-wide safety and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900" cap="none" dirty="0"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2028A4C1-B501-023C-8212-50A027562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1" t="10527" r="28670" b="13983"/>
          <a:stretch/>
        </p:blipFill>
        <p:spPr>
          <a:xfrm>
            <a:off x="7764060" y="4092804"/>
            <a:ext cx="4150773" cy="25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mputer screen with a diagram&#10;&#10;Description automatically generated">
            <a:extLst>
              <a:ext uri="{FF2B5EF4-FFF2-40B4-BE49-F238E27FC236}">
                <a16:creationId xmlns:a16="http://schemas.microsoft.com/office/drawing/2014/main" id="{2FF8DF21-6C87-967A-24FE-8D97E5543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1" t="10005" r="14149" b="14024"/>
          <a:stretch/>
        </p:blipFill>
        <p:spPr>
          <a:xfrm>
            <a:off x="5573949" y="3440796"/>
            <a:ext cx="6145638" cy="3023232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AEBA867C-3A4D-E6EE-BFCB-E51A0294E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0" t="11203" r="16942" b="32595"/>
          <a:stretch/>
        </p:blipFill>
        <p:spPr>
          <a:xfrm>
            <a:off x="1750978" y="393972"/>
            <a:ext cx="7126577" cy="27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5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7C4592-B671-F22B-3C70-F70A5E9A4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208143"/>
            <a:ext cx="10018712" cy="1234547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sz="8000" b="1" dirty="0">
                <a:latin typeface="Aptos ExtraBold" panose="020B0004020202020204" pitchFamily="34" charset="0"/>
              </a:rPr>
              <a:t>Thank You</a:t>
            </a:r>
            <a:br>
              <a:rPr lang="en-US" dirty="0">
                <a:latin typeface="Aptos ExtraBold" panose="020B0004020202020204" pitchFamily="34" charset="0"/>
              </a:rPr>
            </a:br>
            <a:br>
              <a:rPr lang="en-US" dirty="0">
                <a:latin typeface="Aptos ExtraBold" panose="020B0004020202020204" pitchFamily="34" charset="0"/>
              </a:rPr>
            </a:br>
            <a:br>
              <a:rPr lang="en-US" b="1" dirty="0"/>
            </a:br>
            <a:br>
              <a:rPr lang="en-US" b="1" dirty="0"/>
            </a:br>
            <a:br>
              <a:rPr lang="en-US" sz="3200" dirty="0">
                <a:latin typeface="Aptos Display" panose="020B0004020202020204" pitchFamily="34" charset="0"/>
              </a:rPr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 descr="A screen shot of a device&#10;&#10;Description automatically generated">
            <a:extLst>
              <a:ext uri="{FF2B5EF4-FFF2-40B4-BE49-F238E27FC236}">
                <a16:creationId xmlns:a16="http://schemas.microsoft.com/office/drawing/2014/main" id="{FD11AEB8-E7DA-3A24-A41F-FB58E7560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8" b="8000"/>
          <a:stretch/>
        </p:blipFill>
        <p:spPr>
          <a:xfrm>
            <a:off x="4780881" y="3103747"/>
            <a:ext cx="3636523" cy="267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8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412</TotalTime>
  <Words>175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Aptos ExtraBold</vt:lpstr>
      <vt:lpstr>Arial</vt:lpstr>
      <vt:lpstr>Corbel</vt:lpstr>
      <vt:lpstr>Parallax</vt:lpstr>
      <vt:lpstr>PowerPoint Presentation</vt:lpstr>
      <vt:lpstr>How It Works</vt:lpstr>
      <vt:lpstr>Real-World Application</vt:lpstr>
      <vt:lpstr>PowerPoint Presentation</vt:lpstr>
      <vt:lpstr> Thank You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THAMARA G P D it22345332</dc:creator>
  <cp:lastModifiedBy>THAMARA G P D it22345332</cp:lastModifiedBy>
  <cp:revision>6</cp:revision>
  <dcterms:created xsi:type="dcterms:W3CDTF">2024-12-27T11:49:43Z</dcterms:created>
  <dcterms:modified xsi:type="dcterms:W3CDTF">2024-12-27T18:42:26Z</dcterms:modified>
</cp:coreProperties>
</file>